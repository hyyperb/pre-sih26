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3" r:id="rId6"/>
    <p:sldId id="261" r:id="rId7"/>
    <p:sldId id="262" r:id="rId8"/>
  </p:sldIdLst>
  <p:sldSz cx="12192000" cy="6858000"/>
  <p:notesSz cx="6858000" cy="9144000"/>
  <p:defaultTextStyle>
    <a:defPPr lvl="0">
      <a:defRPr lang="en-US"/>
    </a:defPPr>
    <a:lvl1pPr lvl="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lvl="1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lvl="2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lvl="3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lvl="4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lvl="5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lvl="6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lvl="7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lvl="8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11860714" cy="4317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ID- </a:t>
            </a:r>
            <a:r>
              <a:rPr lang="en-IN" sz="2400" dirty="0"/>
              <a:t>SIH26011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dirty="0"/>
              <a:t>3D ULPIN Generation and Vertical Property Mapping System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endParaRPr lang="en-US" sz="2400" dirty="0">
              <a:latin typeface="+mj-lt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</a:t>
            </a:r>
            <a:r>
              <a:rPr lang="en-US" sz="2400" dirty="0">
                <a:latin typeface="+mj-lt"/>
                <a:cs typeface="Arial" panose="020B0604020202020204" pitchFamily="34" charset="0"/>
              </a:rPr>
              <a:t>Latent Space</a:t>
            </a:r>
            <a:endParaRPr lang="en-IN" sz="2400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4429FD-F1ED-B5A4-B9DD-8CCE9FEB9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574" y="163547"/>
            <a:ext cx="11674852" cy="65309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AD0A94-3FDB-0581-FAC3-6223B83E7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12191999" cy="68644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BFD82A-75D0-9D85-8EBD-F807049A6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995" y="1258952"/>
            <a:ext cx="4318427" cy="46714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CC1ABC-96C7-A820-3D7A-C16B20BBF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1227414"/>
            <a:ext cx="7207195" cy="18886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4D1C87-54B7-7987-CE61-384D45C21A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064" y="107176"/>
            <a:ext cx="1615580" cy="11202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809228-682B-D4AA-BA3C-88A4A67CC9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2661" y="1258952"/>
            <a:ext cx="7296344" cy="50958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742875-78FD-B1E4-D5C4-1DDB2E3DB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911" y="97539"/>
            <a:ext cx="1615580" cy="11202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37A4A5-2434-A964-485D-7137F182FC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858EA-C319-3D66-CB7D-20641FA37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B6037B1-5C7D-4A45-FDF6-861C07509A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-1" y="-1"/>
            <a:ext cx="12192001" cy="6869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AEE89-EBFE-4F5B-43B2-7DCFD0D1A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9EB07-D5B8-022B-F15C-A30C66176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049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4A8DB6-2A10-DE17-CCCE-5B58E9EDE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64" y="95794"/>
            <a:ext cx="1615580" cy="11202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7CFD02-DC2D-97E6-D10D-6CC33981C3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3624" y="-26988"/>
            <a:ext cx="12240848" cy="688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293</Words>
  <Application>Microsoft Office PowerPoint</Application>
  <PresentationFormat>Widescreen</PresentationFormat>
  <Paragraphs>55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IMPACT AND BENEFITS</vt:lpstr>
      <vt:lpstr>PowerPoint Presentation</vt:lpstr>
      <vt:lpstr>RESEARCH  AND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Om Naidu</dc:creator>
  <cp:lastModifiedBy>Om Naidu</cp:lastModifiedBy>
  <cp:revision>1</cp:revision>
  <dcterms:modified xsi:type="dcterms:W3CDTF">2026-09-03T15:23:28Z</dcterms:modified>
</cp:coreProperties>
</file>